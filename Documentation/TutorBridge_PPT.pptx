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45720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630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TutorBridge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One-on-One Tutoring Portal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200400" y="2788920"/>
            <a:ext cx="2743200" cy="36576"/>
          </a:xfrm>
          <a:prstGeom prst="rect">
            <a:avLst/>
          </a:prstGeom>
          <a:solidFill>
            <a:srgbClr val="F4C2D4"/>
          </a:solidFill>
          <a:ln w="12700">
            <a:solidFill>
              <a:srgbClr val="F4C2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Kaushal Rajmandai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150096725111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2025–29  |  Semester II  |  HTML, CSS &amp; JavaScript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47472" cy="347472"/>
          </a:xfrm>
          <a:prstGeom prst="ellipse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34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1248" y="12344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347472" cy="347472"/>
          </a:xfrm>
          <a:prstGeom prst="ellipse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965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9659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697480"/>
            <a:ext cx="347472" cy="347472"/>
          </a:xfrm>
          <a:prstGeom prst="ellipse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697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26974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/ Implementation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429000"/>
            <a:ext cx="347472" cy="347472"/>
          </a:xfrm>
          <a:prstGeom prst="ellipse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4290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" y="34290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480560"/>
            <a:ext cx="109728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474720"/>
          </a:xfrm>
          <a:prstGeom prst="rect">
            <a:avLst/>
          </a:prstGeom>
          <a:solidFill>
            <a:srgbClr val="FFF5F8"/>
          </a:solidFill>
          <a:ln w="12700">
            <a:solidFill>
              <a:srgbClr val="E8C0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struggle to find qualified subject-specific tutors that match their schedule and budget.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lack transparency, have poor UX, or are too expensive for regular use.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easy way to check a tutor's availability and book a session in one place.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14800" cy="3474720"/>
          </a:xfrm>
          <a:prstGeom prst="rect">
            <a:avLst/>
          </a:prstGeom>
          <a:solidFill>
            <a:srgbClr val="F0FAFB"/>
          </a:solidFill>
          <a:ln w="12700">
            <a:solidFill>
              <a:srgbClr val="A8DDE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051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#56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4630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develop a fully responsive web-based platform that connects students with subject-specific tutors for live online sessions.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Vanilla JavaScript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480560"/>
            <a:ext cx="109728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06040" cy="109728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887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5544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Hero, stats, subjects, featured tutors, CTA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05840"/>
            <a:ext cx="2606040" cy="109728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11887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tutors.html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15544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listing with live search &amp; filter bar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00584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05840"/>
            <a:ext cx="2606040" cy="109728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1887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details.html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44768" y="155448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profile, availability, reviews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26080"/>
            <a:ext cx="260604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1089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booking.html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347472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Calendar, time slots, live summary, confirmation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606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26080"/>
            <a:ext cx="2606040" cy="10972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31089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pricing.html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0128" y="3474720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Pay-per-session plans &amp; prepaid bundles</a:t>
            </a:r>
            <a:endParaRPr lang="en-US" sz="10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480560"/>
            <a:ext cx="109728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/ Implementation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41148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&amp; CSS3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4023360" cy="438912"/>
          </a:xfrm>
          <a:prstGeom prst="rect">
            <a:avLst/>
          </a:prstGeom>
          <a:solidFill>
            <a:srgbClr val="F8F8F8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81328"/>
            <a:ext cx="54864" cy="438912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tags: header, nav, section, article, footer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02536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02536"/>
            <a:ext cx="54864" cy="438912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0253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Grid for tutor listing &amp; time slots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523744"/>
            <a:ext cx="4023360" cy="438912"/>
          </a:xfrm>
          <a:prstGeom prst="rect">
            <a:avLst/>
          </a:prstGeom>
          <a:solidFill>
            <a:srgbClr val="F8F8F8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523744"/>
            <a:ext cx="54864" cy="438912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2374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for navbar, cards, footer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044952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044952"/>
            <a:ext cx="54864" cy="438912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04495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 fade-in animations with staggered delays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566160"/>
            <a:ext cx="4023360" cy="438912"/>
          </a:xfrm>
          <a:prstGeom prst="rect">
            <a:avLst/>
          </a:prstGeom>
          <a:solidFill>
            <a:srgbClr val="F8F8F8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566160"/>
            <a:ext cx="54864" cy="438912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6616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navbar, hover effects, input focus styling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087368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87368"/>
            <a:ext cx="54864" cy="438912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8736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 for consistent theming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960120"/>
            <a:ext cx="4023360" cy="411480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960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Logic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1481328"/>
            <a:ext cx="4023360" cy="438912"/>
          </a:xfrm>
          <a:prstGeom prst="rect">
            <a:avLst/>
          </a:prstGeom>
          <a:solidFill>
            <a:srgbClr val="F8F8F8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481328"/>
            <a:ext cx="54864" cy="438912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148132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tutor cards rendered from JS data array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002536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002536"/>
            <a:ext cx="54864" cy="438912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00253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query params (?id=) for tutor profile pages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523744"/>
            <a:ext cx="4023360" cy="438912"/>
          </a:xfrm>
          <a:prstGeom prst="rect">
            <a:avLst/>
          </a:prstGeom>
          <a:solidFill>
            <a:srgbClr val="F8F8F8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2523744"/>
            <a:ext cx="54864" cy="438912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52374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built with date arithmetic; past dates blocked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044952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044952"/>
            <a:ext cx="54864" cy="438912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04495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Pre-booked time slots simulated and marked disabled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566160"/>
            <a:ext cx="4023360" cy="438912"/>
          </a:xfrm>
          <a:prstGeom prst="rect">
            <a:avLst/>
          </a:prstGeom>
          <a:solidFill>
            <a:srgbClr val="F8F8F8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3566160"/>
            <a:ext cx="54864" cy="438912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92040" y="356616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booking summary sidebar updates on selection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4087368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4087368"/>
            <a:ext cx="54864" cy="438912"/>
          </a:xfrm>
          <a:prstGeom prst="rect">
            <a:avLst/>
          </a:prstGeom>
          <a:solidFill>
            <a:srgbClr val="1B9AAA"/>
          </a:solidFill>
          <a:ln w="12700">
            <a:solidFill>
              <a:srgbClr val="1B9AA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408736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message shown on successful form submit</a:t>
            </a:r>
            <a:endParaRPr lang="en-US" sz="1000" dirty="0"/>
          </a:p>
        </p:txBody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480560"/>
            <a:ext cx="109728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03504"/>
          </a:xfrm>
          <a:prstGeom prst="rect">
            <a:avLst/>
          </a:prstGeom>
          <a:solidFill>
            <a:srgbClr val="FFF5F8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54864" cy="603504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65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fully responsive 5-page tutoring platform using only HTML5, CSS3, and Vanilla JavaScript — no frameworks.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8412480" cy="603504"/>
          </a:xfrm>
          <a:prstGeom prst="rect">
            <a:avLst/>
          </a:prstGeom>
          <a:solidFill>
            <a:srgbClr val="F8F8F8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37360"/>
            <a:ext cx="54864" cy="603504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37360"/>
            <a:ext cx="365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1737360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all required features: Flexbox/Grid layouts, star ratings, badges, animations, sticky nav, and form validation.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8412480" cy="603504"/>
          </a:xfrm>
          <a:prstGeom prst="rect">
            <a:avLst/>
          </a:prstGeom>
          <a:solidFill>
            <a:srgbClr val="FFF5F8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68880"/>
            <a:ext cx="54864" cy="603504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68880"/>
            <a:ext cx="365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468880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booking logic prevents past-date selection and already-booked slots, with a live summary and confirmation.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8412480" cy="603504"/>
          </a:xfrm>
          <a:prstGeom prst="rect">
            <a:avLst/>
          </a:prstGeom>
          <a:solidFill>
            <a:srgbClr val="F8F8F8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200400"/>
            <a:ext cx="54864" cy="603504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00400"/>
            <a:ext cx="365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200400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 architecture with external CSS and JS files, clean indentation, and strategic comments.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931920"/>
            <a:ext cx="8412480" cy="603504"/>
          </a:xfrm>
          <a:prstGeom prst="rect">
            <a:avLst/>
          </a:prstGeom>
          <a:solidFill>
            <a:srgbClr val="FFF5F8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931920"/>
            <a:ext cx="54864" cy="603504"/>
          </a:xfrm>
          <a:prstGeom prst="rect">
            <a:avLst/>
          </a:prstGeom>
          <a:solidFill>
            <a:srgbClr val="8B1A4A"/>
          </a:solidFill>
          <a:ln w="12700">
            <a:solidFill>
              <a:srgbClr val="8B1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31920"/>
            <a:ext cx="365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931920"/>
            <a:ext cx="76809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demonstrates real-world front-end development skills applicable to industry-level web applications.</a:t>
            </a:r>
            <a:endParaRPr lang="en-US" sz="12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480560"/>
            <a:ext cx="109728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8B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457200"/>
            <a:ext cx="20116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3200400" y="2651760"/>
            <a:ext cx="2743200" cy="36576"/>
          </a:xfrm>
          <a:prstGeom prst="rect">
            <a:avLst/>
          </a:prstGeom>
          <a:solidFill>
            <a:srgbClr val="F4C2D4"/>
          </a:solidFill>
          <a:ln w="12700">
            <a:solidFill>
              <a:srgbClr val="F4C2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4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Kaushal Rajmandai  |  Roll No: 150096725111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2025–29  |  HTML, CSS &amp; JavaScript  |  Semester II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TutorBridge – One-on-One Tutoring Portal</dc:title>
  <dc:subject>PptxGenJS Presentation</dc:subject>
  <dc:creator>Kaushal Rajmandai</dc:creator>
  <cp:lastModifiedBy>Kaushal Rajmandai</cp:lastModifiedBy>
  <cp:revision>1</cp:revision>
  <dcterms:created xsi:type="dcterms:W3CDTF">2026-03-09T19:55:55Z</dcterms:created>
  <dcterms:modified xsi:type="dcterms:W3CDTF">2026-03-09T19:55:55Z</dcterms:modified>
</cp:coreProperties>
</file>